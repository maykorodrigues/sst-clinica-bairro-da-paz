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SST Clinica Bairro da Paz | Maio/2026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Resumo Executivo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Cartoes Vendidos: 3 (Meta: 20)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Ativacoes: 4 (Meta: 20)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Receita: R$ 195 (Meta: R$ 5.200)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Taxa Conversao: 21% (Meta: &gt;15%)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Status Geral: Em subida - Week 1 positivo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Decisao Solicitada: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Continuar operacao com equipe atual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e intensificar prospeccao?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KPIs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Metrica | Meta Semana | Realizado | % Meta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Leads Qualificados | 35+ | 4 | 11%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Cartoes Vendidos | 21+ | 3 | 14%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Ativacoes | 21+ | 4 | 19%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Receita Total | R$630+ | R$195 | 31%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Taxa Conversao | &gt;15% | 21% | 140%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Ponto Forte: Taxa conversao 21% acima meta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Atencao: Volume qualificacao 11% da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Funil de Vendas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Leads (Prospeccao): 28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Respondidos: 12 (43%)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Qualificados: 4 (33%)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Cartoes Ativados: 3 (75%)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Conversao acima expectativa!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Visualizacao do Funil: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Leads: 100%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Respondidos: 43%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Qualificados: 33%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Cartoes: 75%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Receita Mensal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Faturamento 01-12 Maio/2026: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Cartoes Individuais: R$ 69,80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Cartoes Familia: R$ 79,90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Cobranca/Recuperacoes: R$ 45,00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TOTAL REALIZADO: R$ 194,70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Projecao Mes: R$ 1.946,80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Break-even: R$ 26.000 (430 membros)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Gap: Necessario 13x crescimento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Atividades da Equipe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Raquel (Prospeccao): 4 leads qualificados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Meta: 35+ | % Realizado: 11%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Karine (Comercial): 3 cartoes vendidos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Meta: 21+ | % Realizado: 14%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Destaque: 21% taxa conversao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Lucas (CS): 4 ativacoes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Meta: 21+ | % Realizado: 19%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Destaque: 75% usando servico Dia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Riscos &amp; Bloqueadores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CRITICOS: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1. Medina sem acesso (senha) - 06/05 08h30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2. Michele sem resposta - 06/05 10h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3. Boom com lag 12h-13h - Monitorar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ESTRATEGICOS: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- Karine e gargalo (comercial + cobranca)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- MADIP + Tenex ainda inativos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- Lucas saude e critico para ativacoes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Mitigation: Contratar coordinator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Ativar frentes frias ate 13/05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Plano de Acao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CRITICAS (13-19 Maio):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[ALTA] Senha Medina + treinar Raquel - 06/05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[ALTA] Fechar Lilian + Resgatar Michele - 06/05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[ALTA] Reativacao 9 inativos - 06-13/05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[ALTA] Ativar Aline (MADIP) - 08/05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[ALTA] Script Tenex + aprovacao - 13/05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DE SUPORTE: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[MEDIA] Calendario editorial Instagram - 07/05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[MEDIA] NPS survey - 12/05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[BAIXA] Numeros alternativos - 15/05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Decisoes Solicitadas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GO / NO-GO Gate (Limite: 23 Maio):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GO: &gt;=20 adesoes + &gt;=20 reativacoes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&gt; Contratar, Budget, Fase 2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CONTINUE: 10-19 adesoes OU 10-19 reativ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&gt; Estender 15 dias, ajustes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NO-GO: &lt;10 adesoes E &lt;10 reativacoes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&gt; Parar, diagnostico, redesenhar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APROVACOES IMEDIATAS: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? Coordenador Vendas (R$2k/mes)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? Budget Publicidade (R$2k/mes)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? Ativar Tenex (50% desconto)?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